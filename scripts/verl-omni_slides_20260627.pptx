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1/34 · IntroductiontoVeRL-Omni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2/34 · Our Goal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3/34 · Key Features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4/34 · BroadModel&amp;RLAlgorithmSupport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5/34 · FastandStableConvergence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6/34 · Contributors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7/34 · VeRL-Omni 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8/34 · TheShifttoMulti-modalityModels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9/34 · 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10/34 · LLMRL vs DiffusionRL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11/34 · Why build on VeRL?-ReuseHybridFlow forFlexibility&amp;Efficiency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12/34 · RolloutProxy&amp;ServingActorTraining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13/34 · Architecture Overviewof VeRL-Omni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14/34 · Modular Training Backends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15/34 · EfficientMultimodalRollout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16/34 · EfficientMultimodalRollout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17/34 · Diffusion Rollout Correction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18/34 · Diffusion Rollout Correction–MathematicDetails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19/34 · VERL-OMNI · REWARD 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20/34 · VERL-OMNI · SYSTEM DESIGN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21/34 · Per GPU (colocated):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22/34 · AscendNPUSupport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23/34 · VeRL-Omni TrainingRecipes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24/34 · RECIPE 01 · ALGORITHM FLOW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25/34 · RECIPE 01 · RECIPE &amp; IMPLEMENTATION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26/34 · RECIPE 01 · OCR RESULTS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27/34 · RECIPE 02 · REWARD-WEIGHTED FLOW MATCHING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28/34 · RECIPE 03 · ONLINE PREFERENCE PAIRS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29/34 · RECIPE 05 · Omni x GSPO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30/34 · BAGEL FlowGRPO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31/34 · FutureRoadMap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32/34 · VeRL-OmniNetworking Hour!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33/34 · Thanks!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34/34 · Terms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-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